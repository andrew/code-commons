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256" r:id="rId3"/>
    <p:sldId id="258" r:id="rId4"/>
    <p:sldId id="259" r:id="rId5"/>
    <p:sldId id="31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9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87AD09-0E7B-FF3D-4963-C8CE79EE47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125443-757B-247E-603E-D3CE2174A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76B9E-7B2D-412A-A718-FE00864962BD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1F9466-A53B-2496-53AE-8B86524077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0021EE-00ED-25BE-91B2-A13C1C2A9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E737D-5908-4EFB-B6D1-A23CC2ECC01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269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C71E7-F916-41D2-97FA-A8100770C5A5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84D2A-5CA3-4F84-B6F6-0046F348D11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56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7B1A5-F646-1F30-DB51-5E66145C0C90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D2920-8848-FD97-B596-F7F340BFFB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9078" y="1122363"/>
            <a:ext cx="7208921" cy="2387600"/>
          </a:xfrm>
        </p:spPr>
        <p:txBody>
          <a:bodyPr anchor="ctr"/>
          <a:lstStyle>
            <a:lvl1pPr algn="ctr">
              <a:defRPr sz="6000">
                <a:latin typeface="Inria Sans" pitchFamily="2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sz="6000" spc="-10" noProof="0" dirty="0">
                <a:latin typeface="Inria Sans"/>
                <a:cs typeface="Arial"/>
              </a:rPr>
              <a:t>CodeCommons</a:t>
            </a:r>
            <a:endParaRPr lang="en-US" sz="6000" noProof="0" dirty="0">
              <a:latin typeface="Inria Sans"/>
              <a:cs typeface="Arial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D36E69-00AA-6B3D-4EE6-C9BFF96AF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Inria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des sous-</a:t>
            </a:r>
            <a:r>
              <a:rPr lang="en-US" noProof="0" dirty="0" err="1"/>
              <a:t>titres</a:t>
            </a:r>
            <a:r>
              <a:rPr lang="en-US" noProof="0" dirty="0"/>
              <a:t>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5B79D-2B5C-B47F-707B-B5A82119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3E392E64-1A07-4112-8173-836E0B6FD9C0}" type="datetimeFigureOut">
              <a:rPr lang="en-US" noProof="0" smtClean="0"/>
              <a:pPr/>
              <a:t>9/16/2026</a:t>
            </a:fld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134057-17A5-17D9-A004-19F20BB2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‹N°›</a:t>
            </a:fld>
            <a:endParaRPr lang="en-US" noProof="0" dirty="0"/>
          </a:p>
        </p:txBody>
      </p:sp>
      <p:pic>
        <p:nvPicPr>
          <p:cNvPr id="8" name="Image 35" descr="Une image contenant Graphique, art, Caractère coloré, orange">
            <a:extLst>
              <a:ext uri="{FF2B5EF4-FFF2-40B4-BE49-F238E27FC236}">
                <a16:creationId xmlns:a16="http://schemas.microsoft.com/office/drawing/2014/main" id="{78163942-37C0-20F0-041D-1379C21B58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622086" y="1600200"/>
            <a:ext cx="2686598" cy="1321537"/>
          </a:xfrm>
          <a:prstGeom prst="rect">
            <a:avLst/>
          </a:prstGeom>
        </p:spPr>
      </p:pic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2FDA2C69-C8D8-BA80-C1FD-33E5107A6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257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533AF7-F8D7-4A86-46E5-FC1D1233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4" y="2506746"/>
            <a:ext cx="10515600" cy="1325563"/>
          </a:xfrm>
        </p:spPr>
        <p:txBody>
          <a:bodyPr/>
          <a:lstStyle>
            <a:lvl1pPr algn="ctr">
              <a:defRPr>
                <a:latin typeface="Inria Sans" pitchFamily="2" charset="0"/>
              </a:defRPr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578C92-6F39-4EDE-99B5-5C84DDA5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3E392E64-1A07-4112-8173-836E0B6FD9C0}" type="datetimeFigureOut">
              <a:rPr lang="en-US" noProof="0" smtClean="0"/>
              <a:pPr/>
              <a:t>9/16/2026</a:t>
            </a:fld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D14105-8557-B2EC-27E3-65790770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‹N°›</a:t>
            </a:fld>
            <a:endParaRPr lang="en-US" noProof="0" dirty="0"/>
          </a:p>
        </p:txBody>
      </p:sp>
      <p:pic>
        <p:nvPicPr>
          <p:cNvPr id="7" name="Graphique 4">
            <a:extLst>
              <a:ext uri="{FF2B5EF4-FFF2-40B4-BE49-F238E27FC236}">
                <a16:creationId xmlns:a16="http://schemas.microsoft.com/office/drawing/2014/main" id="{93CA8E48-DAB1-9266-E983-3CFED81A2D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3408697" y="2563979"/>
            <a:ext cx="5591175" cy="152400"/>
          </a:xfrm>
          <a:prstGeom prst="rect">
            <a:avLst/>
          </a:prstGeom>
        </p:spPr>
      </p:pic>
      <p:pic>
        <p:nvPicPr>
          <p:cNvPr id="8" name="Graphique 6">
            <a:extLst>
              <a:ext uri="{FF2B5EF4-FFF2-40B4-BE49-F238E27FC236}">
                <a16:creationId xmlns:a16="http://schemas.microsoft.com/office/drawing/2014/main" id="{FE41E82F-DAFB-38FF-3F4A-4E91BD540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3408697" y="3469451"/>
            <a:ext cx="5591175" cy="152400"/>
          </a:xfrm>
          <a:prstGeom prst="rect">
            <a:avLst/>
          </a:prstGeom>
        </p:spPr>
      </p:pic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A6989F54-6FBD-76CC-63AD-BDE4FB5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271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533AF7-F8D7-4A86-46E5-FC1D1233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latin typeface="Inria Sans" pitchFamily="2" charset="0"/>
              </a:defRPr>
            </a:lvl1pPr>
          </a:lstStyle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617100-483A-CD79-1071-08D390AC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q"/>
              <a:defRPr>
                <a:latin typeface="Inria Sans" pitchFamily="2" charset="0"/>
              </a:defRPr>
            </a:lvl1pPr>
            <a:lvl2pPr marL="685800" indent="-228600">
              <a:buFont typeface="Wingdings" panose="05000000000000000000" pitchFamily="2" charset="2"/>
              <a:buChar char="q"/>
              <a:defRPr>
                <a:latin typeface="Inria Sans" pitchFamily="2" charset="0"/>
              </a:defRPr>
            </a:lvl2pPr>
            <a:lvl3pPr marL="1143000" indent="-228600">
              <a:buFont typeface="Wingdings" panose="05000000000000000000" pitchFamily="2" charset="2"/>
              <a:buChar char="q"/>
              <a:defRPr>
                <a:latin typeface="Inria Sans" pitchFamily="2" charset="0"/>
              </a:defRPr>
            </a:lvl3pPr>
            <a:lvl4pPr marL="1600200" indent="-228600">
              <a:buFont typeface="Wingdings" panose="05000000000000000000" pitchFamily="2" charset="2"/>
              <a:buChar char="q"/>
              <a:defRPr>
                <a:latin typeface="Inria Sans" pitchFamily="2" charset="0"/>
              </a:defRPr>
            </a:lvl4pPr>
            <a:lvl5pPr marL="2057400" indent="-228600">
              <a:buFont typeface="Wingdings" panose="05000000000000000000" pitchFamily="2" charset="2"/>
              <a:buChar char="q"/>
              <a:defRPr>
                <a:latin typeface="Inria Sans" pitchFamily="2" charset="0"/>
              </a:defRPr>
            </a:lvl5pPr>
          </a:lstStyle>
          <a:p>
            <a:pPr lvl="0"/>
            <a:r>
              <a:rPr lang="en-US" noProof="0" dirty="0" err="1"/>
              <a:t>Cliquez</a:t>
            </a:r>
            <a:r>
              <a:rPr lang="en-US" noProof="0" dirty="0"/>
              <a:t> pour 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/>
              <a:t>Deuxième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578C92-6F39-4EDE-99B5-5C84DDA5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3E392E64-1A07-4112-8173-836E0B6FD9C0}" type="datetimeFigureOut">
              <a:rPr lang="en-US" noProof="0" smtClean="0"/>
              <a:pPr/>
              <a:t>9/16/2026</a:t>
            </a:fld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D14105-8557-B2EC-27E3-65790770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‹N°›</a:t>
            </a:fld>
            <a:endParaRPr lang="en-US" noProof="0" dirty="0"/>
          </a:p>
        </p:txBody>
      </p:sp>
      <p:pic>
        <p:nvPicPr>
          <p:cNvPr id="7" name="Graphique 4">
            <a:extLst>
              <a:ext uri="{FF2B5EF4-FFF2-40B4-BE49-F238E27FC236}">
                <a16:creationId xmlns:a16="http://schemas.microsoft.com/office/drawing/2014/main" id="{93CA8E48-DAB1-9266-E983-3CFED81A2D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3300413" y="422358"/>
            <a:ext cx="5591175" cy="152400"/>
          </a:xfrm>
          <a:prstGeom prst="rect">
            <a:avLst/>
          </a:prstGeom>
        </p:spPr>
      </p:pic>
      <p:pic>
        <p:nvPicPr>
          <p:cNvPr id="8" name="Graphique 6">
            <a:extLst>
              <a:ext uri="{FF2B5EF4-FFF2-40B4-BE49-F238E27FC236}">
                <a16:creationId xmlns:a16="http://schemas.microsoft.com/office/drawing/2014/main" id="{FE41E82F-DAFB-38FF-3F4A-4E91BD540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3300413" y="1327830"/>
            <a:ext cx="5591175" cy="152400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BDBCF503-6DC4-82F5-0726-1CAFAC1AC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63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737566" name="Espace réservé du texte 7"/>
          <p:cNvSpPr>
            <a:spLocks noGrp="1"/>
          </p:cNvSpPr>
          <p:nvPr>
            <p:ph type="body" sz="quarter" idx="10"/>
          </p:nvPr>
        </p:nvSpPr>
        <p:spPr bwMode="auto">
          <a:xfrm>
            <a:off x="505592" y="1266764"/>
            <a:ext cx="6918537" cy="335380"/>
          </a:xfrm>
        </p:spPr>
        <p:txBody>
          <a:bodyPr/>
          <a:lstStyle>
            <a:lvl1pPr marL="345929" indent="-345929" algn="l">
              <a:buFont typeface="Wingdings"/>
              <a:buChar char="§"/>
              <a:defRPr sz="2179" b="0">
                <a:solidFill>
                  <a:schemeClr val="tx1"/>
                </a:solidFill>
                <a:latin typeface="Inria Sans"/>
              </a:defRPr>
            </a:lvl1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 lang="en-GB"/>
          </a:p>
        </p:txBody>
      </p:sp>
      <p:sp>
        <p:nvSpPr>
          <p:cNvPr id="1323501103" name="Titre 9"/>
          <p:cNvSpPr>
            <a:spLocks noGrp="1"/>
          </p:cNvSpPr>
          <p:nvPr>
            <p:ph type="title"/>
          </p:nvPr>
        </p:nvSpPr>
        <p:spPr bwMode="auto">
          <a:xfrm>
            <a:off x="482895" y="338813"/>
            <a:ext cx="11226210" cy="492443"/>
          </a:xfrm>
        </p:spPr>
        <p:txBody>
          <a:bodyPr/>
          <a:lstStyle>
            <a:lvl1pPr algn="ctr">
              <a:defRPr>
                <a:latin typeface="Inria Sans"/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0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543468" name="Holder 2"/>
          <p:cNvSpPr>
            <a:spLocks noGrp="1"/>
          </p:cNvSpPr>
          <p:nvPr>
            <p:ph type="title"/>
          </p:nvPr>
        </p:nvSpPr>
        <p:spPr bwMode="auto">
          <a:xfrm>
            <a:off x="482895" y="332086"/>
            <a:ext cx="11226210" cy="596189"/>
          </a:xfrm>
        </p:spPr>
        <p:txBody>
          <a:bodyPr lIns="0" tIns="0" rIns="0" bIns="0"/>
          <a:lstStyle>
            <a:lvl1pPr>
              <a:defRPr sz="3874" b="1" i="0">
                <a:solidFill>
                  <a:schemeClr val="tx1"/>
                </a:solidFill>
                <a:latin typeface="Inria Sans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9541182" name="Holder 3"/>
          <p:cNvSpPr>
            <a:spLocks noGrp="1"/>
          </p:cNvSpPr>
          <p:nvPr>
            <p:ph type="body" idx="1"/>
          </p:nvPr>
        </p:nvSpPr>
        <p:spPr bwMode="auto">
          <a:xfrm>
            <a:off x="534083" y="1332167"/>
            <a:ext cx="6091388" cy="242246"/>
          </a:xfrm>
        </p:spPr>
        <p:txBody>
          <a:bodyPr lIns="0" tIns="0" rIns="0" bIns="0"/>
          <a:lstStyle>
            <a:lvl1pPr>
              <a:defRPr sz="1574" b="1" i="0">
                <a:solidFill>
                  <a:srgbClr val="999999"/>
                </a:solidFill>
                <a:latin typeface="Inria Sans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42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16507" name="Holder 2"/>
          <p:cNvSpPr>
            <a:spLocks noGrp="1"/>
          </p:cNvSpPr>
          <p:nvPr>
            <p:ph type="title"/>
          </p:nvPr>
        </p:nvSpPr>
        <p:spPr bwMode="auto">
          <a:xfrm>
            <a:off x="482895" y="332086"/>
            <a:ext cx="11226210" cy="596189"/>
          </a:xfrm>
        </p:spPr>
        <p:txBody>
          <a:bodyPr lIns="0" tIns="0" rIns="0" bIns="0"/>
          <a:lstStyle>
            <a:lvl1pPr>
              <a:defRPr sz="3874" b="1" i="0">
                <a:solidFill>
                  <a:schemeClr val="tx1"/>
                </a:solidFill>
                <a:latin typeface="Inria Sans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20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6C8370-10EF-DA3E-D78B-3A190533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Modifiez</a:t>
            </a:r>
            <a:r>
              <a:rPr lang="en-US" noProof="0" dirty="0"/>
              <a:t> le style du </a:t>
            </a:r>
            <a:r>
              <a:rPr lang="en-US" noProof="0" dirty="0" err="1"/>
              <a:t>titre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1B5EEA-79C9-4AB0-718D-5ABD23A75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Cliquez</a:t>
            </a:r>
            <a:r>
              <a:rPr lang="en-US" noProof="0" dirty="0"/>
              <a:t> pour modifier les styles du </a:t>
            </a:r>
            <a:r>
              <a:rPr lang="en-US" noProof="0" dirty="0" err="1"/>
              <a:t>texte</a:t>
            </a:r>
            <a:r>
              <a:rPr lang="en-US" noProof="0" dirty="0"/>
              <a:t> du masque</a:t>
            </a:r>
          </a:p>
          <a:p>
            <a:pPr lvl="1"/>
            <a:r>
              <a:rPr lang="en-US" noProof="0" dirty="0"/>
              <a:t>Deuxième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Troisième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Quatrième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Cinquième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6764E2-5716-8755-029A-FD8876049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fld id="{3E392E64-1A07-4112-8173-836E0B6FD9C0}" type="datetimeFigureOut">
              <a:rPr lang="en-US" noProof="0" smtClean="0"/>
              <a:pPr/>
              <a:t>9/16/2026</a:t>
            </a:fld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C68EC0-C5B1-0201-A444-C65E59BA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‹N°›</a:t>
            </a:fld>
            <a:endParaRPr lang="en-US" noProof="0" dirty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05732D02-6B72-DA85-3561-96B16CB18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73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nria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ria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ria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ria 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ria 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ria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819451" name="Holder 2"/>
          <p:cNvSpPr>
            <a:spLocks noGrp="1"/>
          </p:cNvSpPr>
          <p:nvPr>
            <p:ph type="title"/>
          </p:nvPr>
        </p:nvSpPr>
        <p:spPr bwMode="auto">
          <a:xfrm>
            <a:off x="482895" y="332086"/>
            <a:ext cx="112262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938669" name="Holder 3"/>
          <p:cNvSpPr>
            <a:spLocks noGrp="1"/>
          </p:cNvSpPr>
          <p:nvPr>
            <p:ph type="body" idx="1"/>
          </p:nvPr>
        </p:nvSpPr>
        <p:spPr bwMode="auto">
          <a:xfrm>
            <a:off x="534083" y="1332167"/>
            <a:ext cx="6091388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633923" name="ZoneTexte 3"/>
          <p:cNvSpPr txBox="1"/>
          <p:nvPr userDrawn="1"/>
        </p:nvSpPr>
        <p:spPr bwMode="auto">
          <a:xfrm>
            <a:off x="11354088" y="6535192"/>
            <a:ext cx="553483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fld id="{8120075B-4E6F-43AA-82B7-7739D43894B8}" type="slidenum">
              <a:rPr lang="en-GB" sz="1271" b="1">
                <a:solidFill>
                  <a:schemeClr val="bg1">
                    <a:lumMod val="50000"/>
                  </a:schemeClr>
                </a:solidFill>
                <a:latin typeface="Inria Sans"/>
              </a:rPr>
              <a:t>‹N°›</a:t>
            </a:fld>
            <a:endParaRPr lang="en-GB" sz="1271" b="1">
              <a:solidFill>
                <a:schemeClr val="bg1">
                  <a:lumMod val="50000"/>
                </a:schemeClr>
              </a:solidFill>
              <a:latin typeface="Inria Sans"/>
            </a:endParaRPr>
          </a:p>
        </p:txBody>
      </p:sp>
    </p:spTree>
    <p:extLst>
      <p:ext uri="{BB962C8B-B14F-4D97-AF65-F5344CB8AC3E}">
        <p14:creationId xmlns:p14="http://schemas.microsoft.com/office/powerpoint/2010/main" val="22776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>
        <a:defRPr>
          <a:latin typeface="Inria Sans"/>
          <a:ea typeface="+mj-ea"/>
          <a:cs typeface="+mj-cs"/>
        </a:defRPr>
      </a:lvl1pPr>
    </p:titleStyle>
    <p:bodyStyle>
      <a:lvl1pPr marL="0">
        <a:defRPr>
          <a:latin typeface="Inria Sans"/>
          <a:ea typeface="+mn-ea"/>
          <a:cs typeface="+mn-cs"/>
        </a:defRPr>
      </a:lvl1pPr>
      <a:lvl2pPr marL="553486">
        <a:defRPr>
          <a:latin typeface="+mn-lt"/>
          <a:ea typeface="+mn-ea"/>
          <a:cs typeface="+mn-cs"/>
        </a:defRPr>
      </a:lvl2pPr>
      <a:lvl3pPr marL="1106973">
        <a:defRPr>
          <a:latin typeface="+mn-lt"/>
          <a:ea typeface="+mn-ea"/>
          <a:cs typeface="+mn-cs"/>
        </a:defRPr>
      </a:lvl3pPr>
      <a:lvl4pPr marL="1660459">
        <a:defRPr>
          <a:latin typeface="+mn-lt"/>
          <a:ea typeface="+mn-ea"/>
          <a:cs typeface="+mn-cs"/>
        </a:defRPr>
      </a:lvl4pPr>
      <a:lvl5pPr marL="2213945">
        <a:defRPr>
          <a:latin typeface="+mn-lt"/>
          <a:ea typeface="+mn-ea"/>
          <a:cs typeface="+mn-cs"/>
        </a:defRPr>
      </a:lvl5pPr>
      <a:lvl6pPr marL="2767432">
        <a:defRPr>
          <a:latin typeface="+mn-lt"/>
          <a:ea typeface="+mn-ea"/>
          <a:cs typeface="+mn-cs"/>
        </a:defRPr>
      </a:lvl6pPr>
      <a:lvl7pPr marL="3320918">
        <a:defRPr>
          <a:latin typeface="+mn-lt"/>
          <a:ea typeface="+mn-ea"/>
          <a:cs typeface="+mn-cs"/>
        </a:defRPr>
      </a:lvl7pPr>
      <a:lvl8pPr marL="3874404">
        <a:defRPr>
          <a:latin typeface="+mn-lt"/>
          <a:ea typeface="+mn-ea"/>
          <a:cs typeface="+mn-cs"/>
        </a:defRPr>
      </a:lvl8pPr>
      <a:lvl9pPr marL="442789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53486">
        <a:defRPr>
          <a:latin typeface="+mn-lt"/>
          <a:ea typeface="+mn-ea"/>
          <a:cs typeface="+mn-cs"/>
        </a:defRPr>
      </a:lvl2pPr>
      <a:lvl3pPr marL="1106973">
        <a:defRPr>
          <a:latin typeface="+mn-lt"/>
          <a:ea typeface="+mn-ea"/>
          <a:cs typeface="+mn-cs"/>
        </a:defRPr>
      </a:lvl3pPr>
      <a:lvl4pPr marL="1660459">
        <a:defRPr>
          <a:latin typeface="+mn-lt"/>
          <a:ea typeface="+mn-ea"/>
          <a:cs typeface="+mn-cs"/>
        </a:defRPr>
      </a:lvl4pPr>
      <a:lvl5pPr marL="2213945">
        <a:defRPr>
          <a:latin typeface="+mn-lt"/>
          <a:ea typeface="+mn-ea"/>
          <a:cs typeface="+mn-cs"/>
        </a:defRPr>
      </a:lvl5pPr>
      <a:lvl6pPr marL="2767432">
        <a:defRPr>
          <a:latin typeface="+mn-lt"/>
          <a:ea typeface="+mn-ea"/>
          <a:cs typeface="+mn-cs"/>
        </a:defRPr>
      </a:lvl6pPr>
      <a:lvl7pPr marL="3320918">
        <a:defRPr>
          <a:latin typeface="+mn-lt"/>
          <a:ea typeface="+mn-ea"/>
          <a:cs typeface="+mn-cs"/>
        </a:defRPr>
      </a:lvl7pPr>
      <a:lvl8pPr marL="3874404">
        <a:defRPr>
          <a:latin typeface="+mn-lt"/>
          <a:ea typeface="+mn-ea"/>
          <a:cs typeface="+mn-cs"/>
        </a:defRPr>
      </a:lvl8pPr>
      <a:lvl9pPr marL="442789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F4A02-DAFE-6662-2D4C-45B8F0188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1778E3-3F33-0397-2995-DE0837C458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1D545A-5868-E71E-02ED-76DC56A38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378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20C49-B7D5-F57B-BA62-3F654B1C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FDEB3D3-42A3-F9FE-D321-8DAF8F78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CF80DEAD-3496-88BB-CE5D-C9C3FC46D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55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8FC1D-D1D7-BEB9-853F-EF54E6BB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71AED-252E-2AA4-2CC3-365D1AEF4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D86391EE-03CC-C922-B2FF-9C8BDA0E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Inria Sans" pitchFamily="2" charset="0"/>
              </a:defRPr>
            </a:lvl1pPr>
          </a:lstStyle>
          <a:p>
            <a:fld id="{6FE18AA4-0153-4972-ACBE-7421D5FB8643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D03207-B9AE-D790-BA33-D1F1281D1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Inria Sans" pitchFamily="2" charset="0"/>
              </a:defRPr>
            </a:lvl1pPr>
          </a:lstStyle>
          <a:p>
            <a:r>
              <a:rPr lang="en-US" noProof="0" dirty="0">
                <a:solidFill>
                  <a:srgbClr val="595959"/>
                </a:solidFill>
                <a:latin typeface="Inria Sans"/>
                <a:cs typeface="Arial"/>
              </a:rPr>
              <a:t>Code Commons annual meeting - 28 September 2026</a:t>
            </a:r>
            <a:endParaRPr lang="en-US" noProof="0" dirty="0">
              <a:latin typeface="Inria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55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175371" name="Titre 1"/>
          <p:cNvSpPr>
            <a:spLocks noGrp="1"/>
          </p:cNvSpPr>
          <p:nvPr>
            <p:ph type="ctrTitle"/>
          </p:nvPr>
        </p:nvSpPr>
        <p:spPr bwMode="auto">
          <a:xfrm>
            <a:off x="914400" y="1122843"/>
            <a:ext cx="10363200" cy="745140"/>
          </a:xfrm>
        </p:spPr>
        <p:txBody>
          <a:bodyPr anchor="ctr"/>
          <a:lstStyle/>
          <a:p>
            <a:pPr algn="ctr">
              <a:defRPr/>
            </a:pPr>
            <a:r>
              <a:rPr lang="en-GB" sz="4842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very much!</a:t>
            </a:r>
            <a:endParaRPr sz="4842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 descr="Une image contenant Graphique, art, Caractère coloré, orange&#10;&#10;Le contenu généré par l’IA peut être incorrect.">
            <a:extLst>
              <a:ext uri="{FF2B5EF4-FFF2-40B4-BE49-F238E27FC236}">
                <a16:creationId xmlns:a16="http://schemas.microsoft.com/office/drawing/2014/main" id="{4DD0002D-8EC2-D7AF-76B4-13A45AE83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845" y="2275911"/>
            <a:ext cx="4688310" cy="2306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</Words>
  <Application>Microsoft Office PowerPoint</Application>
  <PresentationFormat>Grand écran</PresentationFormat>
  <Paragraphs>7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Inria Sans</vt:lpstr>
      <vt:lpstr>Wingdings</vt:lpstr>
      <vt:lpstr>Thème Office</vt:lpstr>
      <vt:lpstr>Office Theme</vt:lpstr>
      <vt:lpstr>Présentation PowerPoint</vt:lpstr>
      <vt:lpstr>Présentation PowerPoint</vt:lpstr>
      <vt:lpstr>Présentation PowerPoint</vt:lpstr>
      <vt:lpstr>Thank you very much!</vt:lpstr>
    </vt:vector>
  </TitlesOfParts>
  <Company>INRIA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Petrarulo</dc:creator>
  <cp:lastModifiedBy>Giulia Petrarulo</cp:lastModifiedBy>
  <cp:revision>2</cp:revision>
  <dcterms:created xsi:type="dcterms:W3CDTF">2026-09-16T08:40:33Z</dcterms:created>
  <dcterms:modified xsi:type="dcterms:W3CDTF">2026-09-16T08:44:05Z</dcterms:modified>
</cp:coreProperties>
</file>