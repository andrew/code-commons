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
On screen before speaking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- ecosyste.ms
- Alpha-Omega security work
- OpenAlex/UT Austin research-software grant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
Repository URLs and package IDs join these datasets.
Counts overlap; don't add them. Sponsor counts aren't funding amounts.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
Each registry has its own naming and version rules.
Several distribution releases share an avatar; image count differs from registry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
25B+ dependency links recorded.
Keep commit + file path so each relationship can be checked against archived source.
SWH's documented API doesn't expose a resolved package dependency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
Astropy: community-developed astronomy software.
Enrichment starts with a purl; the missing step is tracing it to archived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
Adapter per registry; feeds + forge events + sweeps keep records current.
One Rails service per concern, own Postgres, HTTP between them.
Shared upstream helps connect registries. Check version mappings and downstream backports.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
Default-branch manifests don't establish a release's dependencies; parse the tag separately.
One repository can publish several packages with different dependency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
Verified before/after file bytes connect the fix to these releases.
A pin indicates potential exposure; exploitability depends on use.
Content SWHIDs calculated locally; archive presence still needs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
A software-paper citation alone doesn't establish software use.
Science's current SWH scans cover default-branch checkouts; they can't establish which version a paper used.
These links could support software credit and adoption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
Naming is hard; Zooko Wilcox-O'Hearn, 2001. Pick two.
Classic examples: DNS names, content hashes, petnames.
Package management hits this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
A mention is meaningful but unverifiable,
a purl is meaningful and verifiable but only via the registry's authority,
a SWHID is verifiable and authority-free but means nothing to a human,
and the graph exists so you can walk between the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
Repository URLs can be wrong; tags are conventions. Verify both.
Packaging can add or omit files, so the published tree can differ from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
The directories still differ after removing the archive's wrapper folder.
Return both with evidence so callers can choose. Wheels remain a separate preservation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
SWH retains authority + fetcher + discovery date; ecosyste.ms indexes by purl.
CodeCommons ask: make this join queryable from the package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
Each relationship needs its source and date; bindings change.
CodeCommons could maintain these mappings and expose verifiable paths to archived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
Left on screen during the ~10 minutes of questions.
Likely first question is "how does ecosyste.ms actually work under the hood":
one Rails service per concern, own Postgres, HTTP between them,
adapter per registry, everything joined on repository_url.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Data Model and Knowledge Graph</dc:title>
  <dc:subject>Connecting package identities and security metadata to Software Heritage</dc:subject>
  <dc:creator>Andrew Nesbitt</dc:creator>
  <cp:lastModifiedBy>Andrew Nesbitt</cp:lastModifiedBy>
  <cp:revision>1</cp:revision>
  <dcterms:created xsi:type="dcterms:W3CDTF">2026-09-28T13:33:37Z</dcterms:created>
  <dcterms:modified xsi:type="dcterms:W3CDTF">2026-09-28T13:33:37Z</dcterms:modified>
</cp:coreProperties>
</file>